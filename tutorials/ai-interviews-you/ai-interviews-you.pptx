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141170426" r:id="rId2"/>
    <p:sldId id="141170421" r:id="rId3"/>
    <p:sldId id="14117042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19F1EE4F-FA71-FE48-BD1C-A3176D9F16C0}">
          <p14:sldIdLst>
            <p14:sldId id="141170426"/>
            <p14:sldId id="141170421"/>
            <p14:sldId id="1411704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9FFFF"/>
    <a:srgbClr val="00FFFF"/>
    <a:srgbClr val="00C3FF"/>
    <a:srgbClr val="00E0FF"/>
    <a:srgbClr val="0096FF"/>
    <a:srgbClr val="8600BC"/>
    <a:srgbClr val="001D94"/>
    <a:srgbClr val="00084F"/>
    <a:srgbClr val="001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20"/>
    <p:restoredTop sz="96054"/>
  </p:normalViewPr>
  <p:slideViewPr>
    <p:cSldViewPr snapToGrid="0">
      <p:cViewPr varScale="1">
        <p:scale>
          <a:sx n="123" d="100"/>
          <a:sy n="123" d="100"/>
        </p:scale>
        <p:origin x="1272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CCD84-DF8E-3E4A-8D47-B94BF59FFADF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4F707-3277-6947-AFD4-C5AA93220CC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90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CF7A-2371-8F49-74BB-79707129B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EE68E-D0AE-C847-9F03-F8537C520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5B5C14-A3BE-4F0E-0D63-B6437F409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56251-1A65-14E2-4270-D1802BB6C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313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7CFC-3B2B-A6F9-12C3-067664C3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58711-6612-C016-C6B2-188248E8D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26FFC-41F1-A939-B8F7-FED2A4BF8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786ED-07EC-784F-3AA0-3D5590789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4F707-3277-6947-AFD4-C5AA93220CC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07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18AAC4-3E01-1A83-427D-19C36A412A88}"/>
              </a:ext>
            </a:extLst>
          </p:cNvPr>
          <p:cNvSpPr/>
          <p:nvPr userDrawn="1"/>
        </p:nvSpPr>
        <p:spPr>
          <a:xfrm rot="10800000">
            <a:off x="-1" y="0"/>
            <a:ext cx="12192000" cy="820565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F72783-784E-7A91-C07A-196C9B0FB1BD}"/>
              </a:ext>
            </a:extLst>
          </p:cNvPr>
          <p:cNvSpPr/>
          <p:nvPr userDrawn="1"/>
        </p:nvSpPr>
        <p:spPr>
          <a:xfrm>
            <a:off x="225016" y="980651"/>
            <a:ext cx="11741966" cy="5733896"/>
          </a:xfrm>
          <a:prstGeom prst="roundRect">
            <a:avLst>
              <a:gd name="adj" fmla="val 1420"/>
            </a:avLst>
          </a:prstGeom>
          <a:noFill/>
          <a:ln>
            <a:solidFill>
              <a:schemeClr val="tx1">
                <a:alpha val="17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E139A3F-AB15-A4BC-514E-B4E78EFE9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49054" y="6205183"/>
            <a:ext cx="488234" cy="463974"/>
          </a:xfrm>
          <a:prstGeom prst="rect">
            <a:avLst/>
          </a:prstGeom>
        </p:spPr>
      </p:pic>
      <p:pic>
        <p:nvPicPr>
          <p:cNvPr id="4" name="Picture 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6ED364B-F852-ED77-9F6D-8F5D3E243E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  <p:pic>
        <p:nvPicPr>
          <p:cNvPr id="6" name="Picture 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CF9F1BD-D8B0-058A-F68A-3EEA413B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26827" y="1586800"/>
            <a:ext cx="820949" cy="780157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5B6C570-3A9D-E88E-5330-C8A40635A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2368001" y="3648812"/>
            <a:ext cx="820949" cy="780157"/>
          </a:xfrm>
          <a:prstGeom prst="rect">
            <a:avLst/>
          </a:prstGeom>
        </p:spPr>
      </p:pic>
      <p:pic>
        <p:nvPicPr>
          <p:cNvPr id="13" name="Picture 1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8AB0B62F-147C-08AA-E63F-3A371C4E3C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3809175" y="5710824"/>
            <a:ext cx="820949" cy="780157"/>
          </a:xfrm>
          <a:prstGeom prst="rect">
            <a:avLst/>
          </a:prstGeom>
        </p:spPr>
      </p:pic>
      <p:pic>
        <p:nvPicPr>
          <p:cNvPr id="14" name="Picture 13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9901274B-4423-EB77-E9C5-5035D9975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4510986" y="1586800"/>
            <a:ext cx="820949" cy="780157"/>
          </a:xfrm>
          <a:prstGeom prst="rect">
            <a:avLst/>
          </a:prstGeom>
        </p:spPr>
      </p:pic>
      <p:pic>
        <p:nvPicPr>
          <p:cNvPr id="15" name="Picture 1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82CE3B-B31F-A2D4-6073-51CEB90A6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5952160" y="3648812"/>
            <a:ext cx="820949" cy="780157"/>
          </a:xfrm>
          <a:prstGeom prst="rect">
            <a:avLst/>
          </a:prstGeom>
        </p:spPr>
      </p:pic>
      <p:pic>
        <p:nvPicPr>
          <p:cNvPr id="16" name="Picture 1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8135C3E-3CA0-BE78-2171-72050CB07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393334" y="5710824"/>
            <a:ext cx="820949" cy="780157"/>
          </a:xfrm>
          <a:prstGeom prst="rect">
            <a:avLst/>
          </a:prstGeom>
        </p:spPr>
      </p:pic>
      <p:pic>
        <p:nvPicPr>
          <p:cNvPr id="17" name="Picture 1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4AEB33-E37A-4CEF-8EAA-89F0D06EA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8095145" y="1586800"/>
            <a:ext cx="820949" cy="780157"/>
          </a:xfrm>
          <a:prstGeom prst="rect">
            <a:avLst/>
          </a:prstGeom>
        </p:spPr>
      </p:pic>
      <p:pic>
        <p:nvPicPr>
          <p:cNvPr id="18" name="Picture 17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9AF3817-53CF-B5B2-2F9D-D4EF82B35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9536319" y="3648812"/>
            <a:ext cx="820949" cy="780157"/>
          </a:xfrm>
          <a:prstGeom prst="rect">
            <a:avLst/>
          </a:prstGeom>
        </p:spPr>
      </p:pic>
      <p:pic>
        <p:nvPicPr>
          <p:cNvPr id="19" name="Picture 1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A84E3D6-EF98-9799-8BB4-F3A2677E51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444223" y="5815104"/>
            <a:ext cx="820949" cy="780157"/>
          </a:xfrm>
          <a:prstGeom prst="rect">
            <a:avLst/>
          </a:prstGeom>
        </p:spPr>
      </p:pic>
      <p:pic>
        <p:nvPicPr>
          <p:cNvPr id="20" name="Picture 1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2DCA613-B15F-1619-C2FC-C7499160F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10854698" y="1415821"/>
            <a:ext cx="820949" cy="780157"/>
          </a:xfrm>
          <a:prstGeom prst="rect">
            <a:avLst/>
          </a:prstGeom>
        </p:spPr>
      </p:pic>
      <p:pic>
        <p:nvPicPr>
          <p:cNvPr id="21" name="Picture 2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4BB2458B-7852-3DC4-650F-7AE56AF63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</a:blip>
          <a:stretch>
            <a:fillRect/>
          </a:stretch>
        </p:blipFill>
        <p:spPr>
          <a:xfrm>
            <a:off x="785672" y="5710824"/>
            <a:ext cx="820949" cy="780157"/>
          </a:xfrm>
          <a:prstGeom prst="rect">
            <a:avLst/>
          </a:prstGeom>
        </p:spPr>
      </p:pic>
      <p:pic>
        <p:nvPicPr>
          <p:cNvPr id="25" name="Picture 24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830A656-9EE2-963A-2022-E10881E62C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572382" y="2195978"/>
            <a:ext cx="820949" cy="780157"/>
          </a:xfrm>
          <a:prstGeom prst="rect">
            <a:avLst/>
          </a:prstGeom>
        </p:spPr>
      </p:pic>
      <p:pic>
        <p:nvPicPr>
          <p:cNvPr id="26" name="Picture 25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5EB07B0B-A508-2AD3-D00A-F6B386F64F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52885" y="3631706"/>
            <a:ext cx="820949" cy="780157"/>
          </a:xfrm>
          <a:prstGeom prst="rect">
            <a:avLst/>
          </a:prstGeom>
        </p:spPr>
      </p:pic>
      <p:pic>
        <p:nvPicPr>
          <p:cNvPr id="27" name="Picture 26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6C7D0B8-31B9-264F-643C-CEAAA36679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2167277" y="5487270"/>
            <a:ext cx="820949" cy="780157"/>
          </a:xfrm>
          <a:prstGeom prst="rect">
            <a:avLst/>
          </a:prstGeom>
        </p:spPr>
      </p:pic>
      <p:pic>
        <p:nvPicPr>
          <p:cNvPr id="29" name="Picture 2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123F34D9-5F2D-9B44-6867-FDCAAC3636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4100511" y="3648812"/>
            <a:ext cx="820949" cy="780157"/>
          </a:xfrm>
          <a:prstGeom prst="rect">
            <a:avLst/>
          </a:prstGeom>
        </p:spPr>
      </p:pic>
      <p:pic>
        <p:nvPicPr>
          <p:cNvPr id="30" name="Picture 29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AC43C275-3A58-DCF6-60C5-85E09DDAA9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6033745" y="1810354"/>
            <a:ext cx="820949" cy="780157"/>
          </a:xfrm>
          <a:prstGeom prst="rect">
            <a:avLst/>
          </a:prstGeom>
        </p:spPr>
      </p:pic>
      <p:pic>
        <p:nvPicPr>
          <p:cNvPr id="31" name="Picture 3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C6315822-AB1D-2CD9-073F-D77962272A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7762461" y="3630533"/>
            <a:ext cx="820949" cy="780157"/>
          </a:xfrm>
          <a:prstGeom prst="rect">
            <a:avLst/>
          </a:prstGeom>
        </p:spPr>
      </p:pic>
      <p:pic>
        <p:nvPicPr>
          <p:cNvPr id="32" name="Picture 31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FB620F03-001D-08ED-B0F9-F6D3F3BA02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5540674" y="5708233"/>
            <a:ext cx="820949" cy="780157"/>
          </a:xfrm>
          <a:prstGeom prst="rect">
            <a:avLst/>
          </a:prstGeom>
        </p:spPr>
      </p:pic>
      <p:pic>
        <p:nvPicPr>
          <p:cNvPr id="33" name="Picture 32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B29C2CEF-45E1-656E-3CE0-4C097BA5CD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"/>
          </a:blip>
          <a:stretch>
            <a:fillRect/>
          </a:stretch>
        </p:blipFill>
        <p:spPr>
          <a:xfrm>
            <a:off x="9495108" y="1578043"/>
            <a:ext cx="820949" cy="780157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74178B14-B036-66A0-26D1-8D49BBAA5A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02896" y="82479"/>
            <a:ext cx="11216205" cy="671737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57D128-D407-2244-311D-8D33EACACA9E}"/>
              </a:ext>
            </a:extLst>
          </p:cNvPr>
          <p:cNvSpPr/>
          <p:nvPr userDrawn="1"/>
        </p:nvSpPr>
        <p:spPr>
          <a:xfrm>
            <a:off x="251244" y="6555922"/>
            <a:ext cx="11224038" cy="154067"/>
          </a:xfrm>
          <a:prstGeom prst="roundRect">
            <a:avLst>
              <a:gd name="adj" fmla="val 35315"/>
            </a:avLst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/>
              </a:gs>
            </a:gsLst>
            <a:lin ang="0" scaled="1"/>
            <a:tileRect/>
          </a:gradFill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AI Badge ★ </a:t>
            </a:r>
            <a:r>
              <a:rPr lang="en-GB" sz="8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aibadge.fiveinnolabs.com</a:t>
            </a:r>
            <a:r>
              <a:rPr lang="en-GB" sz="8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★ Victor del Rosal ★ © fiveinnolabs, 2026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6DF2C4-8B42-CF8E-090B-A3064CF10E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6000"/>
          </a:blip>
          <a:stretch>
            <a:fillRect/>
          </a:stretch>
        </p:blipFill>
        <p:spPr>
          <a:xfrm>
            <a:off x="11553256" y="204825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1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747CED3-E9F1-7075-77E2-D3CE760D59C8}"/>
              </a:ext>
            </a:extLst>
          </p:cNvPr>
          <p:cNvSpPr/>
          <p:nvPr userDrawn="1"/>
        </p:nvSpPr>
        <p:spPr>
          <a:xfrm>
            <a:off x="0" y="-13044"/>
            <a:ext cx="12192000" cy="6871043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0209D"/>
              </a:gs>
              <a:gs pos="51000">
                <a:srgbClr val="010543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11230512" y="5955470"/>
            <a:ext cx="695226" cy="660681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E2D5F-AB70-7042-D9E2-D0BDAAF2E0AD}"/>
              </a:ext>
            </a:extLst>
          </p:cNvPr>
          <p:cNvSpPr/>
          <p:nvPr userDrawn="1"/>
        </p:nvSpPr>
        <p:spPr>
          <a:xfrm>
            <a:off x="215900" y="160204"/>
            <a:ext cx="11785599" cy="6540136"/>
          </a:xfrm>
          <a:prstGeom prst="roundRect">
            <a:avLst>
              <a:gd name="adj" fmla="val 2994"/>
            </a:avLst>
          </a:prstGeom>
          <a:noFill/>
          <a:ln w="19050">
            <a:gradFill flip="none" rotWithShape="1">
              <a:gsLst>
                <a:gs pos="0">
                  <a:schemeClr val="accent1">
                    <a:lumMod val="89000"/>
                  </a:schemeClr>
                </a:gs>
                <a:gs pos="23000">
                  <a:schemeClr val="accent1">
                    <a:lumMod val="89000"/>
                  </a:schemeClr>
                </a:gs>
                <a:gs pos="69000">
                  <a:schemeClr val="accent1">
                    <a:lumMod val="75000"/>
                  </a:schemeClr>
                </a:gs>
                <a:gs pos="97000">
                  <a:schemeClr val="accent1">
                    <a:lumMod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4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b="1">
              <a:solidFill>
                <a:prstClr val="white"/>
              </a:solidFill>
              <a:latin typeface="Arial"/>
            </a:endParaRPr>
          </a:p>
        </p:txBody>
      </p:sp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</a:blip>
          <a:stretch>
            <a:fillRect/>
          </a:stretch>
        </p:blipFill>
        <p:spPr>
          <a:xfrm>
            <a:off x="297268" y="258608"/>
            <a:ext cx="695226" cy="660681"/>
          </a:xfrm>
          <a:prstGeom prst="rect">
            <a:avLst/>
          </a:prstGeom>
        </p:spPr>
      </p:pic>
      <p:pic>
        <p:nvPicPr>
          <p:cNvPr id="2" name="Picture 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396EB24-503C-3723-FB1F-E641B5DE8D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73735" y="1015061"/>
            <a:ext cx="619605" cy="617788"/>
          </a:xfrm>
          <a:prstGeom prst="rect">
            <a:avLst/>
          </a:prstGeom>
        </p:spPr>
      </p:pic>
      <p:pic>
        <p:nvPicPr>
          <p:cNvPr id="3" name="Picture 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1FF9B01-8F48-B4EB-8BB2-33AF56D7BB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501479" y="4922172"/>
            <a:ext cx="619605" cy="617788"/>
          </a:xfrm>
          <a:prstGeom prst="rect">
            <a:avLst/>
          </a:prstGeom>
        </p:spPr>
      </p:pic>
      <p:pic>
        <p:nvPicPr>
          <p:cNvPr id="5" name="Picture 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D5ADDA7-9475-D310-5DA7-CFF7581DE0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0436682" y="1965946"/>
            <a:ext cx="619605" cy="617788"/>
          </a:xfrm>
          <a:prstGeom prst="rect">
            <a:avLst/>
          </a:prstGeom>
        </p:spPr>
      </p:pic>
      <p:pic>
        <p:nvPicPr>
          <p:cNvPr id="6" name="Picture 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03DE13C-5CD0-B330-0BEA-92AF2662A7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6096000" y="2811212"/>
            <a:ext cx="619605" cy="617788"/>
          </a:xfrm>
          <a:prstGeom prst="rect">
            <a:avLst/>
          </a:prstGeom>
        </p:spPr>
      </p:pic>
      <p:pic>
        <p:nvPicPr>
          <p:cNvPr id="8" name="Picture 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53A11081-5857-79F6-796B-0D8486034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23371" y="5293464"/>
            <a:ext cx="619605" cy="617788"/>
          </a:xfrm>
          <a:prstGeom prst="rect">
            <a:avLst/>
          </a:prstGeom>
        </p:spPr>
      </p:pic>
      <p:pic>
        <p:nvPicPr>
          <p:cNvPr id="13" name="Picture 12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A0E8621-9E19-F076-07BE-EC6AE543D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412433" y="3044581"/>
            <a:ext cx="619605" cy="617788"/>
          </a:xfrm>
          <a:prstGeom prst="rect">
            <a:avLst/>
          </a:prstGeom>
        </p:spPr>
      </p:pic>
      <p:pic>
        <p:nvPicPr>
          <p:cNvPr id="14" name="Picture 13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A42CFB4-06CA-5E57-DF4F-3DD63F4EC3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451908" y="747574"/>
            <a:ext cx="619605" cy="617788"/>
          </a:xfrm>
          <a:prstGeom prst="rect">
            <a:avLst/>
          </a:prstGeom>
        </p:spPr>
      </p:pic>
      <p:pic>
        <p:nvPicPr>
          <p:cNvPr id="15" name="Picture 14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9C0C927D-1CE7-42A3-D6A6-D20B17E59B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8637392" y="3407427"/>
            <a:ext cx="619605" cy="617788"/>
          </a:xfrm>
          <a:prstGeom prst="rect">
            <a:avLst/>
          </a:prstGeom>
        </p:spPr>
      </p:pic>
      <p:pic>
        <p:nvPicPr>
          <p:cNvPr id="16" name="Picture 15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1D9D0C9-40FD-50C7-E6E7-0B667D854E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7402367" y="4866984"/>
            <a:ext cx="619605" cy="617788"/>
          </a:xfrm>
          <a:prstGeom prst="rect">
            <a:avLst/>
          </a:prstGeom>
        </p:spPr>
      </p:pic>
      <p:pic>
        <p:nvPicPr>
          <p:cNvPr id="17" name="Picture 16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854609E5-6108-C4BF-A034-71871EF74C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4922861" y="5451958"/>
            <a:ext cx="619605" cy="617788"/>
          </a:xfrm>
          <a:prstGeom prst="rect">
            <a:avLst/>
          </a:prstGeom>
        </p:spPr>
      </p:pic>
      <p:pic>
        <p:nvPicPr>
          <p:cNvPr id="18" name="Picture 17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399E5209-6D50-EBD2-E3D9-FEB67AF3DB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3149504" y="638531"/>
            <a:ext cx="619605" cy="617788"/>
          </a:xfrm>
          <a:prstGeom prst="rect">
            <a:avLst/>
          </a:prstGeom>
        </p:spPr>
      </p:pic>
      <p:pic>
        <p:nvPicPr>
          <p:cNvPr id="19" name="Picture 18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21827A53-68A9-DEBA-A3D5-47F5FAFC77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1504364" y="2735687"/>
            <a:ext cx="619605" cy="617788"/>
          </a:xfrm>
          <a:prstGeom prst="rect">
            <a:avLst/>
          </a:prstGeom>
        </p:spPr>
      </p:pic>
      <p:pic>
        <p:nvPicPr>
          <p:cNvPr id="20" name="Picture 19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4912479B-CE8C-0EDC-4C50-EF5098462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2563313" y="5175878"/>
            <a:ext cx="619605" cy="617788"/>
          </a:xfrm>
          <a:prstGeom prst="rect">
            <a:avLst/>
          </a:prstGeom>
        </p:spPr>
      </p:pic>
      <p:pic>
        <p:nvPicPr>
          <p:cNvPr id="22" name="Picture 21" descr="A yellow sun with black background&#10;&#10;AI-generated content may be incorrect.">
            <a:extLst>
              <a:ext uri="{FF2B5EF4-FFF2-40B4-BE49-F238E27FC236}">
                <a16:creationId xmlns:a16="http://schemas.microsoft.com/office/drawing/2014/main" id="{B66A85D3-2321-6582-44CA-AD7D4B2BFE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alphaModFix amt="2000"/>
          </a:blip>
          <a:stretch>
            <a:fillRect/>
          </a:stretch>
        </p:blipFill>
        <p:spPr>
          <a:xfrm>
            <a:off x="5542466" y="947425"/>
            <a:ext cx="619605" cy="61778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F9F6A69-A636-A030-2095-72327CF185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510700" y="310544"/>
            <a:ext cx="384032" cy="41091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940E454-34B4-8763-AB5B-1BD381F283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146" y="6195298"/>
            <a:ext cx="384032" cy="41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68C2F9C9-0F7C-7E76-5055-7AE8C435AE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1439115" y="6135609"/>
            <a:ext cx="695226" cy="660681"/>
          </a:xfrm>
          <a:prstGeom prst="rect">
            <a:avLst/>
          </a:prstGeom>
        </p:spPr>
      </p:pic>
      <p:pic>
        <p:nvPicPr>
          <p:cNvPr id="11" name="Picture 10" descr="A white hexagon with white text&#10;&#10;Description automatically generated">
            <a:extLst>
              <a:ext uri="{FF2B5EF4-FFF2-40B4-BE49-F238E27FC236}">
                <a16:creationId xmlns:a16="http://schemas.microsoft.com/office/drawing/2014/main" id="{0C1D5642-C85B-8C39-7712-110781486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7659" y="63055"/>
            <a:ext cx="695226" cy="66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1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012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69E-B3D3-7451-C2DF-9B9459DCF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CD172DE-A3FA-B813-F463-0B7D2FBBE485}"/>
              </a:ext>
            </a:extLst>
          </p:cNvPr>
          <p:cNvSpPr/>
          <p:nvPr/>
        </p:nvSpPr>
        <p:spPr>
          <a:xfrm>
            <a:off x="769516" y="5831335"/>
            <a:ext cx="10059684" cy="752053"/>
          </a:xfrm>
          <a:prstGeom prst="rect">
            <a:avLst/>
          </a:prstGeom>
          <a:gradFill>
            <a:gsLst>
              <a:gs pos="0">
                <a:srgbClr val="01136B"/>
              </a:gs>
              <a:gs pos="30000">
                <a:srgbClr val="00209D"/>
              </a:gs>
              <a:gs pos="99000">
                <a:srgbClr val="010543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D0E3B-F25F-51D9-DA87-1AC4E0E40003}"/>
              </a:ext>
            </a:extLst>
          </p:cNvPr>
          <p:cNvSpPr txBox="1"/>
          <p:nvPr/>
        </p:nvSpPr>
        <p:spPr>
          <a:xfrm>
            <a:off x="4654718" y="5993262"/>
            <a:ext cx="2952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spc="300" dirty="0">
                <a:solidFill>
                  <a:schemeClr val="bg1">
                    <a:alpha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Victor del Rosal</a:t>
            </a:r>
            <a:endParaRPr lang="en-GB" sz="1100" spc="100" dirty="0">
              <a:solidFill>
                <a:schemeClr val="bg1">
                  <a:alpha val="82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56C1AD-DA17-D848-6722-D920070FB5C5}"/>
              </a:ext>
            </a:extLst>
          </p:cNvPr>
          <p:cNvGrpSpPr/>
          <p:nvPr/>
        </p:nvGrpSpPr>
        <p:grpSpPr>
          <a:xfrm>
            <a:off x="215825" y="5724822"/>
            <a:ext cx="965079" cy="965079"/>
            <a:chOff x="658841" y="5474941"/>
            <a:chExt cx="1042716" cy="1042716"/>
          </a:xfrm>
        </p:grpSpPr>
        <p:pic>
          <p:nvPicPr>
            <p:cNvPr id="7" name="Picture 6" descr="A person in a sweater&#10;&#10;Description automatically generated">
              <a:extLst>
                <a:ext uri="{FF2B5EF4-FFF2-40B4-BE49-F238E27FC236}">
                  <a16:creationId xmlns:a16="http://schemas.microsoft.com/office/drawing/2014/main" id="{F1C41F3F-25F1-9C74-15F0-17A8B11FB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2483" y="5479224"/>
              <a:ext cx="1038433" cy="1038433"/>
            </a:xfrm>
            <a:prstGeom prst="rect">
              <a:avLst/>
            </a:prstGeom>
            <a:ln>
              <a:noFill/>
            </a:ln>
          </p:spPr>
        </p:pic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AC24E88-CB44-BECE-9488-CF4588253A8E}"/>
                </a:ext>
              </a:extLst>
            </p:cNvPr>
            <p:cNvSpPr/>
            <p:nvPr/>
          </p:nvSpPr>
          <p:spPr>
            <a:xfrm>
              <a:off x="658841" y="5474941"/>
              <a:ext cx="1042716" cy="1042716"/>
            </a:xfrm>
            <a:prstGeom prst="ellipse">
              <a:avLst/>
            </a:prstGeom>
            <a:noFill/>
            <a:ln w="1270">
              <a:noFill/>
            </a:ln>
            <a:effectLst>
              <a:outerShdw blurRad="127000" dist="38100" dir="2700000" algn="tl" rotWithShape="0">
                <a:prstClr val="black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4" name="Picture 3" descr="A person sitting next to a robot&#10;&#10;Description automatically generated">
            <a:extLst>
              <a:ext uri="{FF2B5EF4-FFF2-40B4-BE49-F238E27FC236}">
                <a16:creationId xmlns:a16="http://schemas.microsoft.com/office/drawing/2014/main" id="{A455D599-5F74-4111-B9B9-D1DC40258F1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34990" b="-229"/>
          <a:stretch/>
        </p:blipFill>
        <p:spPr>
          <a:xfrm>
            <a:off x="9040091" y="4659179"/>
            <a:ext cx="2718522" cy="220199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69B9AD6-A709-E51E-0D3C-54E6EC695D66}"/>
              </a:ext>
            </a:extLst>
          </p:cNvPr>
          <p:cNvSpPr txBox="1"/>
          <p:nvPr/>
        </p:nvSpPr>
        <p:spPr>
          <a:xfrm>
            <a:off x="1097183" y="906883"/>
            <a:ext cx="100626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0" b="1" dirty="0">
                <a:solidFill>
                  <a:schemeClr val="bg1"/>
                </a:solidFill>
                <a:effectLst>
                  <a:outerShdw blurRad="182279" dist="38100" dir="2700000" algn="tl" rotWithShape="0">
                    <a:prstClr val="black">
                      <a:alpha val="77185"/>
                    </a:prstClr>
                  </a:outerShdw>
                </a:effectLst>
                <a:latin typeface="Arial Black" panose="020B0604020202020204" pitchFamily="34" charset="0"/>
                <a:cs typeface="Arial Black" panose="020B0604020202020204" pitchFamily="34" charset="0"/>
              </a:rPr>
              <a:t>AI BADGE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CB4387E-CDB3-43F8-3C41-9268ACE4DCD6}"/>
              </a:ext>
            </a:extLst>
          </p:cNvPr>
          <p:cNvGrpSpPr/>
          <p:nvPr/>
        </p:nvGrpSpPr>
        <p:grpSpPr>
          <a:xfrm>
            <a:off x="1847756" y="859911"/>
            <a:ext cx="8441385" cy="5060614"/>
            <a:chOff x="2222888" y="1245255"/>
            <a:chExt cx="7815943" cy="468566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742179B-7D1E-1019-1F4C-1B8BEF090CA6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1245255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3070299-0D73-14C9-F951-DA99504E8445}"/>
                </a:ext>
              </a:extLst>
            </p:cNvPr>
            <p:cNvCxnSpPr>
              <a:cxnSpLocks/>
            </p:cNvCxnSpPr>
            <p:nvPr/>
          </p:nvCxnSpPr>
          <p:spPr>
            <a:xfrm>
              <a:off x="2222888" y="2455448"/>
              <a:ext cx="7815943" cy="0"/>
            </a:xfrm>
            <a:prstGeom prst="line">
              <a:avLst/>
            </a:prstGeom>
            <a:noFill/>
            <a:ln>
              <a:gradFill flip="none" rotWithShape="1">
                <a:gsLst>
                  <a:gs pos="0">
                    <a:srgbClr val="001780"/>
                  </a:gs>
                  <a:gs pos="50000">
                    <a:srgbClr val="001B91"/>
                  </a:gs>
                  <a:gs pos="100000">
                    <a:srgbClr val="000443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AE72819-73E1-68D8-0A2C-50391DE4F4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85684" y="2196241"/>
              <a:ext cx="3490350" cy="3734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836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810E-AE0B-B310-06C6-BB15CA64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E6DCD1-9DBA-FCE8-D572-D3AF54D87C72}"/>
              </a:ext>
            </a:extLst>
          </p:cNvPr>
          <p:cNvSpPr txBox="1"/>
          <p:nvPr/>
        </p:nvSpPr>
        <p:spPr>
          <a:xfrm>
            <a:off x="239486" y="2921168"/>
            <a:ext cx="117130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37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IE" sz="6000" b="1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AI Interviews You</a:t>
            </a:r>
            <a:endParaRPr lang="en-US" sz="6000" b="1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843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EA1E6C-3A54-FB64-8A28-A2E26B4B44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Let AI interview you and create a page </a:t>
            </a:r>
            <a:r>
              <a:rPr lang="en-GB"/>
              <a:t>for you</a:t>
            </a:r>
            <a:endParaRPr lang="en-GB" dirty="0"/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8FB15E15-7886-1562-20EE-C608A2D6A933}"/>
              </a:ext>
            </a:extLst>
          </p:cNvPr>
          <p:cNvSpPr txBox="1"/>
          <p:nvPr/>
        </p:nvSpPr>
        <p:spPr>
          <a:xfrm>
            <a:off x="902896" y="1693718"/>
            <a:ext cx="1080616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latin typeface="Arial"/>
              </a:rPr>
              <a:t>Open ChatGPT, Claude, or Gemini on the web</a:t>
            </a:r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latin typeface="Arial"/>
              </a:rPr>
              <a:t>Paste the Interview Prompt (</a:t>
            </a:r>
            <a:r>
              <a:rPr lang="en-IE" sz="3200" dirty="0">
                <a:latin typeface="Arial"/>
              </a:rPr>
              <a:t>copy-paste from screen</a:t>
            </a:r>
            <a:r>
              <a:rPr sz="3200" dirty="0">
                <a:latin typeface="Arial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latin typeface="Arial"/>
              </a:rPr>
              <a:t>Answer 4 quick questions</a:t>
            </a:r>
            <a:r>
              <a:rPr lang="en-IE" sz="3200" dirty="0">
                <a:latin typeface="Arial"/>
              </a:rPr>
              <a:t> (m</a:t>
            </a:r>
            <a:r>
              <a:rPr sz="3200" dirty="0" err="1">
                <a:latin typeface="Arial"/>
              </a:rPr>
              <a:t>ostly</a:t>
            </a:r>
            <a:r>
              <a:rPr sz="3200" dirty="0">
                <a:latin typeface="Arial"/>
              </a:rPr>
              <a:t> multiple choice</a:t>
            </a:r>
            <a:r>
              <a:rPr lang="en-IE" sz="3200" dirty="0">
                <a:latin typeface="Arial"/>
              </a:rPr>
              <a:t>)</a:t>
            </a:r>
            <a:endParaRPr sz="3200" dirty="0">
              <a:latin typeface="Arial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latin typeface="Arial"/>
              </a:rPr>
              <a:t>Shortcut on Q3: drop in your CV or LinkedIn PDF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3200" dirty="0">
                <a:latin typeface="Arial"/>
              </a:rPr>
              <a:t>The AI returns a</a:t>
            </a:r>
            <a:r>
              <a:rPr lang="en-IE" sz="3200" dirty="0">
                <a:latin typeface="Arial"/>
              </a:rPr>
              <a:t>n </a:t>
            </a:r>
            <a:r>
              <a:rPr lang="en-IE" sz="3200" dirty="0" err="1">
                <a:latin typeface="Arial"/>
              </a:rPr>
              <a:t>index.html</a:t>
            </a:r>
            <a:r>
              <a:rPr lang="en-IE" sz="3200" dirty="0">
                <a:latin typeface="Arial"/>
              </a:rPr>
              <a:t> with your page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>
                <a:latin typeface="Arial"/>
              </a:rPr>
              <a:t>Copy the </a:t>
            </a:r>
            <a:r>
              <a:rPr lang="en-IE" sz="3200" dirty="0" err="1">
                <a:latin typeface="Arial"/>
              </a:rPr>
              <a:t>index.html</a:t>
            </a:r>
            <a:r>
              <a:rPr lang="en-IE" sz="3200" dirty="0">
                <a:latin typeface="Arial"/>
              </a:rPr>
              <a:t> code block it returns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>
                <a:latin typeface="Arial"/>
              </a:rPr>
              <a:t>Save it as an .html file and open it in a browser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3200" dirty="0">
                <a:latin typeface="Arial"/>
              </a:rPr>
              <a:t>Push to GitHub Pages using the Deploy to GitHub steps</a:t>
            </a:r>
            <a:endParaRPr sz="32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564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3174</TotalTime>
  <Words>103</Words>
  <Application>Microsoft Macintosh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Arial Black</vt:lpstr>
      <vt:lpstr>blank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Del Rosal</dc:creator>
  <cp:lastModifiedBy>Victor del Rosal</cp:lastModifiedBy>
  <cp:revision>651</cp:revision>
  <dcterms:created xsi:type="dcterms:W3CDTF">2023-11-16T14:24:59Z</dcterms:created>
  <dcterms:modified xsi:type="dcterms:W3CDTF">2026-04-20T19:51:41Z</dcterms:modified>
</cp:coreProperties>
</file>