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141170425" r:id="rId2"/>
    <p:sldId id="141170363" r:id="rId3"/>
    <p:sldId id="141170427" r:id="rId4"/>
    <p:sldId id="14117040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19F1EE4F-FA71-FE48-BD1C-A3176D9F16C0}">
          <p14:sldIdLst>
            <p14:sldId id="141170425"/>
            <p14:sldId id="141170363"/>
            <p14:sldId id="141170427"/>
            <p14:sldId id="1411704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9FFFF"/>
    <a:srgbClr val="00FFFF"/>
    <a:srgbClr val="00C3FF"/>
    <a:srgbClr val="00E0FF"/>
    <a:srgbClr val="0096FF"/>
    <a:srgbClr val="8600BC"/>
    <a:srgbClr val="001D94"/>
    <a:srgbClr val="00084F"/>
    <a:srgbClr val="001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20"/>
    <p:restoredTop sz="96054"/>
  </p:normalViewPr>
  <p:slideViewPr>
    <p:cSldViewPr snapToGrid="0">
      <p:cViewPr varScale="1">
        <p:scale>
          <a:sx n="123" d="100"/>
          <a:sy n="123" d="100"/>
        </p:scale>
        <p:origin x="127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CCD84-DF8E-3E4A-8D47-B94BF59FFADF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4F707-3277-6947-AFD4-C5AA93220C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090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24D35-524C-151B-456B-43ACC8350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B6928-B97E-77A3-2C11-B3CF0A747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9CEF60-6022-7F24-CF45-3C94AA0D2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199DF-C848-CF64-BD34-369EAC976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4F707-3277-6947-AFD4-C5AA93220CC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607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38DB4-531B-2213-8BED-C3110E778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DEC75-167F-46E6-F37B-1F7A1B8A8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81F28-BCD4-7851-2A8A-AB1FBD32C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38A25-9B55-8202-357F-DBD36E8D6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4F707-3277-6947-AFD4-C5AA93220CC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214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18AAC4-3E01-1A83-427D-19C36A412A88}"/>
              </a:ext>
            </a:extLst>
          </p:cNvPr>
          <p:cNvSpPr/>
          <p:nvPr userDrawn="1"/>
        </p:nvSpPr>
        <p:spPr>
          <a:xfrm rot="10800000">
            <a:off x="-1" y="0"/>
            <a:ext cx="12192000" cy="820565"/>
          </a:xfrm>
          <a:prstGeom prst="rect">
            <a:avLst/>
          </a:prstGeom>
          <a:gradFill>
            <a:gsLst>
              <a:gs pos="0">
                <a:srgbClr val="01136B"/>
              </a:gs>
              <a:gs pos="30000">
                <a:srgbClr val="00209D"/>
              </a:gs>
              <a:gs pos="99000">
                <a:srgbClr val="01054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EF72783-784E-7A91-C07A-196C9B0FB1BD}"/>
              </a:ext>
            </a:extLst>
          </p:cNvPr>
          <p:cNvSpPr/>
          <p:nvPr userDrawn="1"/>
        </p:nvSpPr>
        <p:spPr>
          <a:xfrm>
            <a:off x="225016" y="980651"/>
            <a:ext cx="11741966" cy="5733896"/>
          </a:xfrm>
          <a:prstGeom prst="roundRect">
            <a:avLst>
              <a:gd name="adj" fmla="val 1420"/>
            </a:avLst>
          </a:prstGeom>
          <a:noFill/>
          <a:ln>
            <a:solidFill>
              <a:schemeClr val="tx1">
                <a:alpha val="1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4E139A3F-AB15-A4BC-514E-B4E78EFE9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49054" y="6205183"/>
            <a:ext cx="488234" cy="463974"/>
          </a:xfrm>
          <a:prstGeom prst="rect">
            <a:avLst/>
          </a:prstGeom>
        </p:spPr>
      </p:pic>
      <p:pic>
        <p:nvPicPr>
          <p:cNvPr id="4" name="Picture 3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6ED364B-F852-ED77-9F6D-8F5D3E243E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7659" y="63055"/>
            <a:ext cx="695226" cy="660681"/>
          </a:xfrm>
          <a:prstGeom prst="rect">
            <a:avLst/>
          </a:prstGeom>
        </p:spPr>
      </p:pic>
      <p:pic>
        <p:nvPicPr>
          <p:cNvPr id="6" name="Picture 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BCF9F1BD-D8B0-058A-F68A-3EEA413BAC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926827" y="1586800"/>
            <a:ext cx="820949" cy="780157"/>
          </a:xfrm>
          <a:prstGeom prst="rect">
            <a:avLst/>
          </a:prstGeom>
        </p:spPr>
      </p:pic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5B6C570-3A9D-E88E-5330-C8A40635A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2368001" y="3648812"/>
            <a:ext cx="820949" cy="780157"/>
          </a:xfrm>
          <a:prstGeom prst="rect">
            <a:avLst/>
          </a:prstGeom>
        </p:spPr>
      </p:pic>
      <p:pic>
        <p:nvPicPr>
          <p:cNvPr id="13" name="Picture 1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8AB0B62F-147C-08AA-E63F-3A371C4E3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3809175" y="5710824"/>
            <a:ext cx="820949" cy="780157"/>
          </a:xfrm>
          <a:prstGeom prst="rect">
            <a:avLst/>
          </a:prstGeom>
        </p:spPr>
      </p:pic>
      <p:pic>
        <p:nvPicPr>
          <p:cNvPr id="14" name="Picture 13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9901274B-4423-EB77-E9C5-5035D9975B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4510986" y="1586800"/>
            <a:ext cx="820949" cy="780157"/>
          </a:xfrm>
          <a:prstGeom prst="rect">
            <a:avLst/>
          </a:prstGeom>
        </p:spPr>
      </p:pic>
      <p:pic>
        <p:nvPicPr>
          <p:cNvPr id="15" name="Picture 14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82CE3B-B31F-A2D4-6073-51CEB90A69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5952160" y="3648812"/>
            <a:ext cx="820949" cy="780157"/>
          </a:xfrm>
          <a:prstGeom prst="rect">
            <a:avLst/>
          </a:prstGeom>
        </p:spPr>
      </p:pic>
      <p:pic>
        <p:nvPicPr>
          <p:cNvPr id="16" name="Picture 1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18135C3E-3CA0-BE78-2171-72050CB07B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7393334" y="5710824"/>
            <a:ext cx="820949" cy="780157"/>
          </a:xfrm>
          <a:prstGeom prst="rect">
            <a:avLst/>
          </a:prstGeom>
        </p:spPr>
      </p:pic>
      <p:pic>
        <p:nvPicPr>
          <p:cNvPr id="17" name="Picture 16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A4AEB33-E37A-4CEF-8EAA-89F0D06EAC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8095145" y="1586800"/>
            <a:ext cx="820949" cy="780157"/>
          </a:xfrm>
          <a:prstGeom prst="rect">
            <a:avLst/>
          </a:prstGeom>
        </p:spPr>
      </p:pic>
      <p:pic>
        <p:nvPicPr>
          <p:cNvPr id="18" name="Picture 17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9AF3817-53CF-B5B2-2F9D-D4EF82B35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9536319" y="3648812"/>
            <a:ext cx="820949" cy="780157"/>
          </a:xfrm>
          <a:prstGeom prst="rect">
            <a:avLst/>
          </a:prstGeom>
        </p:spPr>
      </p:pic>
      <p:pic>
        <p:nvPicPr>
          <p:cNvPr id="19" name="Picture 1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A84E3D6-EF98-9799-8BB4-F3A2677E5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10444223" y="5815104"/>
            <a:ext cx="820949" cy="780157"/>
          </a:xfrm>
          <a:prstGeom prst="rect">
            <a:avLst/>
          </a:prstGeom>
        </p:spPr>
      </p:pic>
      <p:pic>
        <p:nvPicPr>
          <p:cNvPr id="20" name="Picture 19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2DCA613-B15F-1619-C2FC-C7499160F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10854698" y="1415821"/>
            <a:ext cx="820949" cy="780157"/>
          </a:xfrm>
          <a:prstGeom prst="rect">
            <a:avLst/>
          </a:prstGeom>
        </p:spPr>
      </p:pic>
      <p:pic>
        <p:nvPicPr>
          <p:cNvPr id="21" name="Picture 2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4BB2458B-7852-3DC4-650F-7AE56AF63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785672" y="5710824"/>
            <a:ext cx="820949" cy="780157"/>
          </a:xfrm>
          <a:prstGeom prst="rect">
            <a:avLst/>
          </a:prstGeom>
        </p:spPr>
      </p:pic>
      <p:pic>
        <p:nvPicPr>
          <p:cNvPr id="25" name="Picture 24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C830A656-9EE2-963A-2022-E10881E62C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2572382" y="2195978"/>
            <a:ext cx="820949" cy="780157"/>
          </a:xfrm>
          <a:prstGeom prst="rect">
            <a:avLst/>
          </a:prstGeom>
        </p:spPr>
      </p:pic>
      <p:pic>
        <p:nvPicPr>
          <p:cNvPr id="26" name="Picture 2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EB07B0B-A508-2AD3-D00A-F6B386F64F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752885" y="3631706"/>
            <a:ext cx="820949" cy="780157"/>
          </a:xfrm>
          <a:prstGeom prst="rect">
            <a:avLst/>
          </a:prstGeom>
        </p:spPr>
      </p:pic>
      <p:pic>
        <p:nvPicPr>
          <p:cNvPr id="27" name="Picture 26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6C7D0B8-31B9-264F-643C-CEAAA36679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2167277" y="5487270"/>
            <a:ext cx="820949" cy="780157"/>
          </a:xfrm>
          <a:prstGeom prst="rect">
            <a:avLst/>
          </a:prstGeom>
        </p:spPr>
      </p:pic>
      <p:pic>
        <p:nvPicPr>
          <p:cNvPr id="29" name="Picture 2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123F34D9-5F2D-9B44-6867-FDCAAC3636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4100511" y="3648812"/>
            <a:ext cx="820949" cy="780157"/>
          </a:xfrm>
          <a:prstGeom prst="rect">
            <a:avLst/>
          </a:prstGeom>
        </p:spPr>
      </p:pic>
      <p:pic>
        <p:nvPicPr>
          <p:cNvPr id="30" name="Picture 29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AC43C275-3A58-DCF6-60C5-85E09DDAA9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6033745" y="1810354"/>
            <a:ext cx="820949" cy="780157"/>
          </a:xfrm>
          <a:prstGeom prst="rect">
            <a:avLst/>
          </a:prstGeom>
        </p:spPr>
      </p:pic>
      <p:pic>
        <p:nvPicPr>
          <p:cNvPr id="31" name="Picture 3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C6315822-AB1D-2CD9-073F-D77962272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7762461" y="3630533"/>
            <a:ext cx="820949" cy="780157"/>
          </a:xfrm>
          <a:prstGeom prst="rect">
            <a:avLst/>
          </a:prstGeom>
        </p:spPr>
      </p:pic>
      <p:pic>
        <p:nvPicPr>
          <p:cNvPr id="32" name="Picture 31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FB620F03-001D-08ED-B0F9-F6D3F3BA02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5540674" y="5708233"/>
            <a:ext cx="820949" cy="780157"/>
          </a:xfrm>
          <a:prstGeom prst="rect">
            <a:avLst/>
          </a:prstGeom>
        </p:spPr>
      </p:pic>
      <p:pic>
        <p:nvPicPr>
          <p:cNvPr id="33" name="Picture 3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B29C2CEF-45E1-656E-3CE0-4C097BA5CD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9495108" y="1578043"/>
            <a:ext cx="820949" cy="780157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4178B14-B036-66A0-26D1-8D49BBAA5A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2896" y="82479"/>
            <a:ext cx="11216205" cy="671737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A57D128-D407-2244-311D-8D33EACACA9E}"/>
              </a:ext>
            </a:extLst>
          </p:cNvPr>
          <p:cNvSpPr/>
          <p:nvPr userDrawn="1"/>
        </p:nvSpPr>
        <p:spPr>
          <a:xfrm>
            <a:off x="251244" y="6555922"/>
            <a:ext cx="11224038" cy="154067"/>
          </a:xfrm>
          <a:prstGeom prst="roundRect">
            <a:avLst>
              <a:gd name="adj" fmla="val 35315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HELIOS Generative AI Workshop ★ </a:t>
            </a:r>
            <a:r>
              <a:rPr lang="en-GB" sz="80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helios.fiveinnolabs.com</a:t>
            </a:r>
            <a:r>
              <a:rPr lang="en-GB" sz="8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★ Victor del Rosal ★ © fiveinnolabs, 2025</a:t>
            </a:r>
          </a:p>
        </p:txBody>
      </p:sp>
      <p:pic>
        <p:nvPicPr>
          <p:cNvPr id="2" name="Picture 1" descr="A grey sun with white lines&#10;&#10;AI-generated content may be incorrect.">
            <a:extLst>
              <a:ext uri="{FF2B5EF4-FFF2-40B4-BE49-F238E27FC236}">
                <a16:creationId xmlns:a16="http://schemas.microsoft.com/office/drawing/2014/main" id="{7A2DA967-A991-01BF-090A-69CD47883D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90074" y="6591032"/>
            <a:ext cx="77347" cy="78125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6DF2C4-8B42-CF8E-090B-A3064CF10E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11553256" y="204825"/>
            <a:ext cx="384032" cy="41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1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47CED3-E9F1-7075-77E2-D3CE760D59C8}"/>
              </a:ext>
            </a:extLst>
          </p:cNvPr>
          <p:cNvSpPr/>
          <p:nvPr userDrawn="1"/>
        </p:nvSpPr>
        <p:spPr>
          <a:xfrm>
            <a:off x="0" y="-13044"/>
            <a:ext cx="12192000" cy="687104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209D"/>
              </a:gs>
              <a:gs pos="51000">
                <a:srgbClr val="01054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C2F9C9-0F7C-7E76-5055-7AE8C435A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</a:blip>
          <a:stretch>
            <a:fillRect/>
          </a:stretch>
        </p:blipFill>
        <p:spPr>
          <a:xfrm>
            <a:off x="11230512" y="5955470"/>
            <a:ext cx="695226" cy="660681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9E2D5F-AB70-7042-D9E2-D0BDAAF2E0AD}"/>
              </a:ext>
            </a:extLst>
          </p:cNvPr>
          <p:cNvSpPr/>
          <p:nvPr userDrawn="1"/>
        </p:nvSpPr>
        <p:spPr>
          <a:xfrm>
            <a:off x="215900" y="160204"/>
            <a:ext cx="11785599" cy="6540136"/>
          </a:xfrm>
          <a:prstGeom prst="roundRect">
            <a:avLst>
              <a:gd name="adj" fmla="val 2994"/>
            </a:avLst>
          </a:prstGeom>
          <a:noFill/>
          <a:ln w="19050">
            <a:gradFill flip="none" rotWithShape="1">
              <a:gsLst>
                <a:gs pos="0">
                  <a:schemeClr val="accent1">
                    <a:lumMod val="89000"/>
                  </a:schemeClr>
                </a:gs>
                <a:gs pos="23000">
                  <a:schemeClr val="accent1">
                    <a:lumMod val="89000"/>
                  </a:schemeClr>
                </a:gs>
                <a:gs pos="69000">
                  <a:schemeClr val="accent1">
                    <a:lumMod val="75000"/>
                  </a:schemeClr>
                </a:gs>
                <a:gs pos="97000">
                  <a:schemeClr val="accent1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 b="1">
              <a:solidFill>
                <a:prstClr val="white"/>
              </a:solidFill>
              <a:latin typeface="Arial"/>
            </a:endParaRPr>
          </a:p>
        </p:txBody>
      </p:sp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C1D5642-C85B-8C39-7712-110781486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</a:blip>
          <a:stretch>
            <a:fillRect/>
          </a:stretch>
        </p:blipFill>
        <p:spPr>
          <a:xfrm>
            <a:off x="297268" y="258608"/>
            <a:ext cx="695226" cy="660681"/>
          </a:xfrm>
          <a:prstGeom prst="rect">
            <a:avLst/>
          </a:prstGeom>
        </p:spPr>
      </p:pic>
      <p:pic>
        <p:nvPicPr>
          <p:cNvPr id="2" name="Picture 1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3396EB24-503C-3723-FB1F-E641B5DE8D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73735" y="1015061"/>
            <a:ext cx="619605" cy="617788"/>
          </a:xfrm>
          <a:prstGeom prst="rect">
            <a:avLst/>
          </a:prstGeom>
        </p:spPr>
      </p:pic>
      <p:pic>
        <p:nvPicPr>
          <p:cNvPr id="3" name="Picture 2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51FF9B01-8F48-B4EB-8BB2-33AF56D7BB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0501479" y="4922172"/>
            <a:ext cx="619605" cy="617788"/>
          </a:xfrm>
          <a:prstGeom prst="rect">
            <a:avLst/>
          </a:prstGeom>
        </p:spPr>
      </p:pic>
      <p:pic>
        <p:nvPicPr>
          <p:cNvPr id="5" name="Picture 4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4D5ADDA7-9475-D310-5DA7-CFF7581DE0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0436682" y="1965946"/>
            <a:ext cx="619605" cy="617788"/>
          </a:xfrm>
          <a:prstGeom prst="rect">
            <a:avLst/>
          </a:prstGeom>
        </p:spPr>
      </p:pic>
      <p:pic>
        <p:nvPicPr>
          <p:cNvPr id="6" name="Picture 5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03DE13C-5CD0-B330-0BEA-92AF2662A7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6096000" y="2811212"/>
            <a:ext cx="619605" cy="617788"/>
          </a:xfrm>
          <a:prstGeom prst="rect">
            <a:avLst/>
          </a:prstGeom>
        </p:spPr>
      </p:pic>
      <p:pic>
        <p:nvPicPr>
          <p:cNvPr id="8" name="Picture 7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53A11081-5857-79F6-796B-0D8486034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23371" y="5293464"/>
            <a:ext cx="619605" cy="617788"/>
          </a:xfrm>
          <a:prstGeom prst="rect">
            <a:avLst/>
          </a:prstGeom>
        </p:spPr>
      </p:pic>
      <p:pic>
        <p:nvPicPr>
          <p:cNvPr id="13" name="Picture 12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A0E8621-9E19-F076-07BE-EC6AE543DB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3412433" y="3044581"/>
            <a:ext cx="619605" cy="617788"/>
          </a:xfrm>
          <a:prstGeom prst="rect">
            <a:avLst/>
          </a:prstGeom>
        </p:spPr>
      </p:pic>
      <p:pic>
        <p:nvPicPr>
          <p:cNvPr id="14" name="Picture 13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2A42CFB4-06CA-5E57-DF4F-3DD63F4EC3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451908" y="747574"/>
            <a:ext cx="619605" cy="617788"/>
          </a:xfrm>
          <a:prstGeom prst="rect">
            <a:avLst/>
          </a:prstGeom>
        </p:spPr>
      </p:pic>
      <p:pic>
        <p:nvPicPr>
          <p:cNvPr id="15" name="Picture 14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9C0C927D-1CE7-42A3-D6A6-D20B17E59B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637392" y="3407427"/>
            <a:ext cx="619605" cy="617788"/>
          </a:xfrm>
          <a:prstGeom prst="rect">
            <a:avLst/>
          </a:prstGeom>
        </p:spPr>
      </p:pic>
      <p:pic>
        <p:nvPicPr>
          <p:cNvPr id="16" name="Picture 15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81D9D0C9-40FD-50C7-E6E7-0B667D854E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7402367" y="4866984"/>
            <a:ext cx="619605" cy="617788"/>
          </a:xfrm>
          <a:prstGeom prst="rect">
            <a:avLst/>
          </a:prstGeom>
        </p:spPr>
      </p:pic>
      <p:pic>
        <p:nvPicPr>
          <p:cNvPr id="17" name="Picture 16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854609E5-6108-C4BF-A034-71871EF74C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4922861" y="5451958"/>
            <a:ext cx="619605" cy="617788"/>
          </a:xfrm>
          <a:prstGeom prst="rect">
            <a:avLst/>
          </a:prstGeom>
        </p:spPr>
      </p:pic>
      <p:pic>
        <p:nvPicPr>
          <p:cNvPr id="18" name="Picture 17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399E5209-6D50-EBD2-E3D9-FEB67AF3DB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3149504" y="638531"/>
            <a:ext cx="619605" cy="617788"/>
          </a:xfrm>
          <a:prstGeom prst="rect">
            <a:avLst/>
          </a:prstGeom>
        </p:spPr>
      </p:pic>
      <p:pic>
        <p:nvPicPr>
          <p:cNvPr id="19" name="Picture 18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21827A53-68A9-DEBA-A3D5-47F5FAFC77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504364" y="2735687"/>
            <a:ext cx="619605" cy="617788"/>
          </a:xfrm>
          <a:prstGeom prst="rect">
            <a:avLst/>
          </a:prstGeom>
        </p:spPr>
      </p:pic>
      <p:pic>
        <p:nvPicPr>
          <p:cNvPr id="20" name="Picture 19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4912479B-CE8C-0EDC-4C50-EF5098462F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2563313" y="5175878"/>
            <a:ext cx="619605" cy="617788"/>
          </a:xfrm>
          <a:prstGeom prst="rect">
            <a:avLst/>
          </a:prstGeom>
        </p:spPr>
      </p:pic>
      <p:pic>
        <p:nvPicPr>
          <p:cNvPr id="22" name="Picture 21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66A85D3-2321-6582-44CA-AD7D4B2BFE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5542466" y="947425"/>
            <a:ext cx="619605" cy="6177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9F6A69-A636-A030-2095-72327CF185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10700" y="310544"/>
            <a:ext cx="384032" cy="4109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40E454-34B4-8763-AB5B-1BD381F283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146" y="6195298"/>
            <a:ext cx="384032" cy="41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9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C2F9C9-0F7C-7E76-5055-7AE8C435A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39115" y="6135609"/>
            <a:ext cx="695226" cy="660681"/>
          </a:xfrm>
          <a:prstGeom prst="rect">
            <a:avLst/>
          </a:prstGeom>
        </p:spPr>
      </p:pic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C1D5642-C85B-8C39-7712-110781486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7659" y="63055"/>
            <a:ext cx="695226" cy="66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16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12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blimetext.com/download" TargetMode="External"/><Relationship Id="rId2" Type="http://schemas.openxmlformats.org/officeDocument/2006/relationships/hyperlink" Target="http://www.chatgpt.com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1DE1C-C09C-03D6-16D7-F346129AF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FB60107-ABCA-4728-7A9A-BB2A7DCFD6F2}"/>
              </a:ext>
            </a:extLst>
          </p:cNvPr>
          <p:cNvSpPr/>
          <p:nvPr/>
        </p:nvSpPr>
        <p:spPr>
          <a:xfrm>
            <a:off x="769516" y="5841726"/>
            <a:ext cx="10059684" cy="752053"/>
          </a:xfrm>
          <a:prstGeom prst="rect">
            <a:avLst/>
          </a:prstGeom>
          <a:gradFill>
            <a:gsLst>
              <a:gs pos="0">
                <a:srgbClr val="01136B"/>
              </a:gs>
              <a:gs pos="30000">
                <a:srgbClr val="00209D"/>
              </a:gs>
              <a:gs pos="99000">
                <a:srgbClr val="01054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97A0BE-13C0-55B7-A57A-278DD11CAC4D}"/>
              </a:ext>
            </a:extLst>
          </p:cNvPr>
          <p:cNvSpPr txBox="1"/>
          <p:nvPr/>
        </p:nvSpPr>
        <p:spPr>
          <a:xfrm>
            <a:off x="4654718" y="6003653"/>
            <a:ext cx="2952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spc="300" dirty="0">
                <a:solidFill>
                  <a:schemeClr val="bg1">
                    <a:alpha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Victor del Rosal</a:t>
            </a:r>
            <a:endParaRPr lang="en-GB" sz="1100" spc="100" dirty="0">
              <a:solidFill>
                <a:schemeClr val="bg1">
                  <a:alpha val="82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EE2C49-355C-D9AD-D19C-2070792CAD42}"/>
              </a:ext>
            </a:extLst>
          </p:cNvPr>
          <p:cNvGrpSpPr/>
          <p:nvPr/>
        </p:nvGrpSpPr>
        <p:grpSpPr>
          <a:xfrm>
            <a:off x="215825" y="5724822"/>
            <a:ext cx="965079" cy="965079"/>
            <a:chOff x="658841" y="5474941"/>
            <a:chExt cx="1042716" cy="1042716"/>
          </a:xfrm>
        </p:grpSpPr>
        <p:pic>
          <p:nvPicPr>
            <p:cNvPr id="7" name="Picture 6" descr="A person in a sweater&#10;&#10;Description automatically generated">
              <a:extLst>
                <a:ext uri="{FF2B5EF4-FFF2-40B4-BE49-F238E27FC236}">
                  <a16:creationId xmlns:a16="http://schemas.microsoft.com/office/drawing/2014/main" id="{CDFE3D01-FE07-8AF1-478B-79645553E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62483" y="5479224"/>
              <a:ext cx="1038433" cy="1038433"/>
            </a:xfrm>
            <a:prstGeom prst="rect">
              <a:avLst/>
            </a:prstGeom>
            <a:ln>
              <a:noFill/>
            </a:ln>
          </p:spPr>
        </p:pic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E9C28B0-5A61-9BE2-29D3-CCF46D6E2EFF}"/>
                </a:ext>
              </a:extLst>
            </p:cNvPr>
            <p:cNvSpPr/>
            <p:nvPr/>
          </p:nvSpPr>
          <p:spPr>
            <a:xfrm>
              <a:off x="658841" y="5474941"/>
              <a:ext cx="1042716" cy="1042716"/>
            </a:xfrm>
            <a:prstGeom prst="ellipse">
              <a:avLst/>
            </a:prstGeom>
            <a:noFill/>
            <a:ln w="1270">
              <a:noFill/>
            </a:ln>
            <a:effectLst>
              <a:outerShdw blurRad="127000" dist="38100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4" name="Picture 3" descr="A person sitting next to a robot&#10;&#10;Description automatically generated">
            <a:extLst>
              <a:ext uri="{FF2B5EF4-FFF2-40B4-BE49-F238E27FC236}">
                <a16:creationId xmlns:a16="http://schemas.microsoft.com/office/drawing/2014/main" id="{E0D8B149-245D-C43E-4FCB-2D63FCE1FFD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4990" b="-229"/>
          <a:stretch/>
        </p:blipFill>
        <p:spPr>
          <a:xfrm>
            <a:off x="9040091" y="4659179"/>
            <a:ext cx="2718522" cy="220199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4C9BEA2-35FE-2D8D-BC89-84750A15188D}"/>
              </a:ext>
            </a:extLst>
          </p:cNvPr>
          <p:cNvSpPr/>
          <p:nvPr/>
        </p:nvSpPr>
        <p:spPr>
          <a:xfrm rot="21215211">
            <a:off x="8122736" y="4170448"/>
            <a:ext cx="42822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alpha val="76000"/>
                  </a:schemeClr>
                </a:solidFill>
                <a:effectLst/>
                <a:uLnTx/>
                <a:uFillTx/>
                <a:latin typeface="Modern Love" pitchFamily="82" charset="0"/>
                <a:ea typeface="+mn-ea"/>
                <a:cs typeface="Times New Roman" panose="02020603050405020304" pitchFamily="18" charset="0"/>
              </a:rPr>
              <a:t>Welcome!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3B36FB-AF19-8F80-50B9-BD36172E38C1}"/>
              </a:ext>
            </a:extLst>
          </p:cNvPr>
          <p:cNvSpPr txBox="1"/>
          <p:nvPr/>
        </p:nvSpPr>
        <p:spPr>
          <a:xfrm>
            <a:off x="1097183" y="906883"/>
            <a:ext cx="100626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chemeClr val="bg1"/>
                </a:solidFill>
                <a:effectLst>
                  <a:outerShdw blurRad="182279" dist="38100" dir="2700000" algn="tl" rotWithShape="0">
                    <a:prstClr val="black">
                      <a:alpha val="77185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AI BADGE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A5C79A5-BE9F-FFBE-92B8-C6477D7893C3}"/>
              </a:ext>
            </a:extLst>
          </p:cNvPr>
          <p:cNvGrpSpPr/>
          <p:nvPr/>
        </p:nvGrpSpPr>
        <p:grpSpPr>
          <a:xfrm>
            <a:off x="1847756" y="859911"/>
            <a:ext cx="8441385" cy="5060614"/>
            <a:chOff x="2222888" y="1245255"/>
            <a:chExt cx="7815943" cy="468566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5C81507-A7F4-9F3D-9442-121690D930D3}"/>
                </a:ext>
              </a:extLst>
            </p:cNvPr>
            <p:cNvCxnSpPr>
              <a:cxnSpLocks/>
            </p:cNvCxnSpPr>
            <p:nvPr/>
          </p:nvCxnSpPr>
          <p:spPr>
            <a:xfrm>
              <a:off x="2222888" y="1245255"/>
              <a:ext cx="7815943" cy="0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rgbClr val="001780"/>
                  </a:gs>
                  <a:gs pos="50000">
                    <a:srgbClr val="001B91"/>
                  </a:gs>
                  <a:gs pos="100000">
                    <a:srgbClr val="000443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5C36E70-098B-B1F5-CE57-589764A14398}"/>
                </a:ext>
              </a:extLst>
            </p:cNvPr>
            <p:cNvCxnSpPr>
              <a:cxnSpLocks/>
            </p:cNvCxnSpPr>
            <p:nvPr/>
          </p:nvCxnSpPr>
          <p:spPr>
            <a:xfrm>
              <a:off x="2222888" y="2455448"/>
              <a:ext cx="7815943" cy="0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rgbClr val="001780"/>
                  </a:gs>
                  <a:gs pos="50000">
                    <a:srgbClr val="001B91"/>
                  </a:gs>
                  <a:gs pos="100000">
                    <a:srgbClr val="000443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7053033-D7B4-D945-D955-A53BC0C44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85684" y="2196241"/>
              <a:ext cx="3490350" cy="3734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7662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2F2F0-EC85-A5B1-9DD0-8EC524921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75504B-CD35-B93B-8EA2-8B8C774F1B8C}"/>
              </a:ext>
            </a:extLst>
          </p:cNvPr>
          <p:cNvSpPr txBox="1"/>
          <p:nvPr/>
        </p:nvSpPr>
        <p:spPr>
          <a:xfrm>
            <a:off x="239486" y="2921168"/>
            <a:ext cx="117130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37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E" sz="6000" b="1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Coding with AI</a:t>
            </a:r>
            <a:endParaRPr lang="en-US" sz="6000" b="1" dirty="0">
              <a:solidFill>
                <a:schemeClr val="bg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19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037501-9FB4-7534-E229-11D88EE4F0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What you will need for this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70B319-8531-62C8-C8C5-D3E9DDFB6B67}"/>
              </a:ext>
            </a:extLst>
          </p:cNvPr>
          <p:cNvSpPr txBox="1"/>
          <p:nvPr/>
        </p:nvSpPr>
        <p:spPr>
          <a:xfrm>
            <a:off x="1007918" y="1724891"/>
            <a:ext cx="1084623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Free ChatGPT account (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www.chatgpt.com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Download and Install Sublime Text  (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https://www.sublimetext.com/download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Create an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ai-projects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folder in your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675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AE43F-DA15-459E-8423-23DE01057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45287FE-D898-ACA4-78DA-923B230E61D9}"/>
              </a:ext>
            </a:extLst>
          </p:cNvPr>
          <p:cNvSpPr/>
          <p:nvPr/>
        </p:nvSpPr>
        <p:spPr>
          <a:xfrm>
            <a:off x="1441450" y="296592"/>
            <a:ext cx="9309100" cy="596900"/>
          </a:xfrm>
          <a:prstGeom prst="roundRect">
            <a:avLst>
              <a:gd name="adj" fmla="val 50000"/>
            </a:avLst>
          </a:prstGeom>
          <a:solidFill>
            <a:schemeClr val="tx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4800" b="1" dirty="0">
                <a:solidFill>
                  <a:schemeClr val="bg1">
                    <a:alpha val="93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Individual Exercise</a:t>
            </a:r>
            <a:endParaRPr lang="en-US" sz="4800" b="1" dirty="0">
              <a:solidFill>
                <a:schemeClr val="bg1">
                  <a:alpha val="93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B1377-C9D3-3C4F-A605-ADBD6608C471}"/>
              </a:ext>
            </a:extLst>
          </p:cNvPr>
          <p:cNvSpPr txBox="1"/>
          <p:nvPr/>
        </p:nvSpPr>
        <p:spPr>
          <a:xfrm>
            <a:off x="690486" y="2459504"/>
            <a:ext cx="1077468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ChatGPT (or your LLM of choice):</a:t>
            </a:r>
          </a:p>
          <a:p>
            <a:pPr algn="just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IE" sz="2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E" sz="25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my very first Hello World page in under 50 lines of code that includes a button and some movement. Output as a single-file HTML, JavaScript, CSS.</a:t>
            </a:r>
          </a:p>
          <a:p>
            <a:pPr algn="just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E" sz="2500" i="1" dirty="0">
                <a:solidFill>
                  <a:srgbClr val="73FEFF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1080822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3185</TotalTime>
  <Words>95</Words>
  <Application>Microsoft Macintosh PowerPoint</Application>
  <PresentationFormat>Widescreen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Arial Black</vt:lpstr>
      <vt:lpstr>Modern Love</vt:lpstr>
      <vt:lpstr>blank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Victor Del Rosal</dc:creator>
  <cp:lastModifiedBy>Victor del Rosal</cp:lastModifiedBy>
  <cp:revision>647</cp:revision>
  <dcterms:created xsi:type="dcterms:W3CDTF">2023-11-16T14:24:59Z</dcterms:created>
  <dcterms:modified xsi:type="dcterms:W3CDTF">2026-03-25T14:56:38Z</dcterms:modified>
</cp:coreProperties>
</file>