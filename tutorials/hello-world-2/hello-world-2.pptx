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41170425" r:id="rId2"/>
    <p:sldId id="141170363" r:id="rId3"/>
    <p:sldId id="141170427" r:id="rId4"/>
    <p:sldId id="14117040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5"/>
            <p14:sldId id="141170363"/>
            <p14:sldId id="141170427"/>
            <p14:sldId id="141170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0"/>
    <p:restoredTop sz="96054"/>
  </p:normalViewPr>
  <p:slideViewPr>
    <p:cSldViewPr snapToGrid="0">
      <p:cViewPr varScale="1">
        <p:scale>
          <a:sx n="123" d="100"/>
          <a:sy n="123" d="100"/>
        </p:scale>
        <p:origin x="127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4D35-524C-151B-456B-43ACC835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B6928-B97E-77A3-2C11-B3CF0A747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CEF60-6022-7F24-CF45-3C94AA0D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199DF-C848-CF64-BD34-369EAC976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60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8DB4-531B-2213-8BED-C3110E77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DEC75-167F-46E6-F37B-1F7A1B8A8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81F28-BCD4-7851-2A8A-AB1FBD32C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38A25-9B55-8202-357F-DBD36E8D6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21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HELIOS Generative AI Workshop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helios.fiveinnolabs.com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2025</a:t>
            </a:r>
          </a:p>
        </p:txBody>
      </p:sp>
      <p:pic>
        <p:nvPicPr>
          <p:cNvPr id="2" name="Picture 1" descr="A grey sun with white lines&#10;&#10;AI-generated content may be incorrect.">
            <a:extLst>
              <a:ext uri="{FF2B5EF4-FFF2-40B4-BE49-F238E27FC236}">
                <a16:creationId xmlns:a16="http://schemas.microsoft.com/office/drawing/2014/main" id="{7A2DA967-A991-01BF-090A-69CD47883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90074" y="6591032"/>
            <a:ext cx="77347" cy="7812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blimetext.com/download" TargetMode="External"/><Relationship Id="rId2" Type="http://schemas.openxmlformats.org/officeDocument/2006/relationships/hyperlink" Target="http://www.chatgpt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DE1C-C09C-03D6-16D7-F346129A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B60107-ABCA-4728-7A9A-BB2A7DCFD6F2}"/>
              </a:ext>
            </a:extLst>
          </p:cNvPr>
          <p:cNvSpPr/>
          <p:nvPr/>
        </p:nvSpPr>
        <p:spPr>
          <a:xfrm>
            <a:off x="769516" y="5841726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7A0BE-13C0-55B7-A57A-278DD11CAC4D}"/>
              </a:ext>
            </a:extLst>
          </p:cNvPr>
          <p:cNvSpPr txBox="1"/>
          <p:nvPr/>
        </p:nvSpPr>
        <p:spPr>
          <a:xfrm>
            <a:off x="4654718" y="6003653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E2C49-355C-D9AD-D19C-2070792CAD42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CDFE3D01-FE07-8AF1-478B-79645553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E9C28B0-5A61-9BE2-29D3-CCF46D6E2EFF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E0D8B149-245D-C43E-4FCB-2D63FCE1FF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3B36FB-AF19-8F80-50B9-BD36172E38C1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5C79A5-BE9F-FFBE-92B8-C6477D7893C3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5C81507-A7F4-9F3D-9442-121690D930D3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C36E70-098B-B1F5-CE57-589764A14398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7053033-D7B4-D945-D955-A53BC0C44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766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F2F0-EC85-A5B1-9DD0-8EC52492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5504B-CD35-B93B-8EA2-8B8C774F1B8C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Hello World 2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037501-9FB4-7534-E229-11D88EE4F0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you will need for this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0B319-8531-62C8-C8C5-D3E9DDFB6B67}"/>
              </a:ext>
            </a:extLst>
          </p:cNvPr>
          <p:cNvSpPr txBox="1"/>
          <p:nvPr/>
        </p:nvSpPr>
        <p:spPr>
          <a:xfrm>
            <a:off x="1007918" y="1724891"/>
            <a:ext cx="108462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Free ChatGPT account (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www.chatgpt.com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Download and Install Sublime Text  (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https://www.sublimetext.com/download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Create an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ai-projects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folder in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7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E43F-DA15-459E-8423-23DE0105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5287FE-D898-ACA4-78DA-923B230E61D9}"/>
              </a:ext>
            </a:extLst>
          </p:cNvPr>
          <p:cNvSpPr/>
          <p:nvPr/>
        </p:nvSpPr>
        <p:spPr>
          <a:xfrm>
            <a:off x="1441450" y="296592"/>
            <a:ext cx="9309100" cy="596900"/>
          </a:xfrm>
          <a:prstGeom prst="roundRect">
            <a:avLst>
              <a:gd name="adj" fmla="val 50000"/>
            </a:avLst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4800" b="1" dirty="0">
                <a:solidFill>
                  <a:schemeClr val="bg1">
                    <a:alpha val="93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Individual Exercise</a:t>
            </a:r>
            <a:endParaRPr lang="en-US" sz="4800" b="1" dirty="0">
              <a:solidFill>
                <a:schemeClr val="bg1">
                  <a:alpha val="93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B1377-C9D3-3C4F-A605-ADBD6608C471}"/>
              </a:ext>
            </a:extLst>
          </p:cNvPr>
          <p:cNvSpPr txBox="1"/>
          <p:nvPr/>
        </p:nvSpPr>
        <p:spPr>
          <a:xfrm>
            <a:off x="690486" y="2459504"/>
            <a:ext cx="1077468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ChatGPT (or your LLM of choice):</a:t>
            </a:r>
          </a:p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IE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25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changes to my Hello World page: add a button that will change background </a:t>
            </a:r>
            <a:r>
              <a:rPr lang="en-IE" sz="25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IE" sz="25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make the ‘Hello World’ bounce around the page.  Keep as a single-file HTML, JavaScript, CSS.</a:t>
            </a:r>
          </a:p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2500" i="1" dirty="0">
                <a:solidFill>
                  <a:srgbClr val="73FEFF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108082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3187</TotalTime>
  <Words>100</Words>
  <Application>Microsoft Macintosh PowerPoint</Application>
  <PresentationFormat>Widescreen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Arial Black</vt:lpstr>
      <vt:lpstr>blank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648</cp:revision>
  <dcterms:created xsi:type="dcterms:W3CDTF">2023-11-16T14:24:59Z</dcterms:created>
  <dcterms:modified xsi:type="dcterms:W3CDTF">2026-03-25T15:21:00Z</dcterms:modified>
</cp:coreProperties>
</file>